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Roboto"/>
      <p:regular r:id="rId14"/>
      <p:bold r:id="rId15"/>
      <p:italic r:id="rId16"/>
      <p:boldItalic r:id="rId17"/>
    </p:embeddedFont>
    <p:embeddedFont>
      <p:font typeface="Roboto Medium"/>
      <p:regular r:id="rId18"/>
      <p:bold r:id="rId19"/>
      <p:italic r:id="rId20"/>
      <p:boldItalic r:id="rId21"/>
    </p:embeddedFont>
    <p:embeddedFont>
      <p:font typeface="Roboto Light"/>
      <p:regular r:id="rId22"/>
      <p:bold r:id="rId23"/>
      <p:italic r:id="rId24"/>
      <p:boldItalic r:id="rId25"/>
    </p:embeddedFont>
    <p:embeddedFont>
      <p:font typeface="Roboto Serif SemiBold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iQZ1PYVYUsU2Sk/vPXpX6JIMSL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edium-italic.fntdata"/><Relationship Id="rId22" Type="http://schemas.openxmlformats.org/officeDocument/2006/relationships/font" Target="fonts/RobotoLight-regular.fntdata"/><Relationship Id="rId21" Type="http://schemas.openxmlformats.org/officeDocument/2006/relationships/font" Target="fonts/RobotoMedium-boldItalic.fntdata"/><Relationship Id="rId24" Type="http://schemas.openxmlformats.org/officeDocument/2006/relationships/font" Target="fonts/RobotoLight-italic.fntdata"/><Relationship Id="rId23" Type="http://schemas.openxmlformats.org/officeDocument/2006/relationships/font" Target="fonts/RobotoLight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RobotoSerifSemiBold-regular.fntdata"/><Relationship Id="rId25" Type="http://schemas.openxmlformats.org/officeDocument/2006/relationships/font" Target="fonts/RobotoLight-boldItalic.fntdata"/><Relationship Id="rId28" Type="http://schemas.openxmlformats.org/officeDocument/2006/relationships/font" Target="fonts/RobotoSerifSemiBold-italic.fntdata"/><Relationship Id="rId27" Type="http://schemas.openxmlformats.org/officeDocument/2006/relationships/font" Target="fonts/RobotoSerif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SerifSemi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19" Type="http://schemas.openxmlformats.org/officeDocument/2006/relationships/font" Target="fonts/RobotoMedium-bold.fntdata"/><Relationship Id="rId18" Type="http://schemas.openxmlformats.org/officeDocument/2006/relationships/font" Target="fonts/Roboto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General Welcome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Ask for python experience?</a:t>
            </a:r>
            <a:endParaRPr/>
          </a:p>
        </p:txBody>
      </p:sp>
      <p:sp>
        <p:nvSpPr>
          <p:cNvPr id="147" name="Google Shape;14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b7c011136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bb7c01113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Make sure everyone knows what the game is.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bb7c011136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bb7c01113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 the </a:t>
            </a:r>
            <a:r>
              <a:rPr lang="en-GB"/>
              <a:t>next few slides,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GB"/>
              <a:t>General discussion on the class to implement (3-5 min)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GB"/>
              <a:t>Have people start their own implementation (10 min)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GB"/>
              <a:t>Showcase my implementation (5-10 min)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b7c011136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bb7c01113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b9d0ae0b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bb9d0ae0b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b9d0ae0bc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bb9d0ae0b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bb9d0ae0bc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bb9d0ae0b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b49de2e0de_2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5" name="Google Shape;195;g3b49de2e0de_2_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and red background&#10;&#10;Description automatically generated" id="11" name="Google Shape;11;p37"/>
          <p:cNvPicPr preferRelativeResize="0"/>
          <p:nvPr/>
        </p:nvPicPr>
        <p:blipFill rotWithShape="1">
          <a:blip r:embed="rId2">
            <a:alphaModFix/>
          </a:blip>
          <a:srcRect b="0" l="65506" r="0" t="39910"/>
          <a:stretch/>
        </p:blipFill>
        <p:spPr>
          <a:xfrm>
            <a:off x="7986532" y="2740694"/>
            <a:ext cx="4205468" cy="4117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37"/>
          <p:cNvPicPr preferRelativeResize="0"/>
          <p:nvPr/>
        </p:nvPicPr>
        <p:blipFill rotWithShape="1">
          <a:blip r:embed="rId3">
            <a:alphaModFix/>
          </a:blip>
          <a:srcRect b="0" l="0" r="51987" t="0"/>
          <a:stretch/>
        </p:blipFill>
        <p:spPr>
          <a:xfrm rot="10800000">
            <a:off x="0" y="0"/>
            <a:ext cx="3070033" cy="92573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7"/>
          <p:cNvSpPr txBox="1"/>
          <p:nvPr>
            <p:ph type="ctrTitle"/>
          </p:nvPr>
        </p:nvSpPr>
        <p:spPr>
          <a:xfrm>
            <a:off x="415600" y="992767"/>
            <a:ext cx="7850000" cy="2264783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Roboto Serif SemiBold"/>
              <a:buNone/>
              <a:defRPr b="0" sz="6933">
                <a:latin typeface="Roboto Serif SemiBold"/>
                <a:ea typeface="Roboto Serif SemiBold"/>
                <a:cs typeface="Roboto Serif SemiBold"/>
                <a:sym typeface="Roboto Serif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/>
        </p:txBody>
      </p:sp>
      <p:sp>
        <p:nvSpPr>
          <p:cNvPr id="14" name="Google Shape;14;p37"/>
          <p:cNvSpPr txBox="1"/>
          <p:nvPr>
            <p:ph idx="1" type="subTitle"/>
          </p:nvPr>
        </p:nvSpPr>
        <p:spPr>
          <a:xfrm>
            <a:off x="415599" y="3429000"/>
            <a:ext cx="7849999" cy="18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3733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/>
        </p:txBody>
      </p:sp>
      <p:sp>
        <p:nvSpPr>
          <p:cNvPr id="15" name="Google Shape;15;p37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None">
  <p:cSld name="Blank Non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and red background&#10;&#10;Description automatically generated" id="17" name="Google Shape;17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0"/>
            <a:ext cx="1220284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8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8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" name="Google Shape;20;p38"/>
          <p:cNvSpPr/>
          <p:nvPr/>
        </p:nvSpPr>
        <p:spPr>
          <a:xfrm rot="5400000">
            <a:off x="-698269" y="4447309"/>
            <a:ext cx="3108960" cy="171242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8"/>
          <p:cNvSpPr txBox="1"/>
          <p:nvPr>
            <p:ph idx="1" type="body"/>
          </p:nvPr>
        </p:nvSpPr>
        <p:spPr>
          <a:xfrm>
            <a:off x="415599" y="1536633"/>
            <a:ext cx="7837149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400"/>
              <a:buChar char="&gt;"/>
              <a:defRPr sz="1867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Light"/>
              <a:buChar char="■"/>
              <a:defRPr sz="1600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None">
  <p:cSld name="1_Blank Non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and red background&#10;&#10;Description automatically generated" id="23" name="Google Shape;23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1904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9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39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" name="Google Shape;26;p39"/>
          <p:cNvSpPr/>
          <p:nvPr/>
        </p:nvSpPr>
        <p:spPr>
          <a:xfrm rot="5400000">
            <a:off x="-698269" y="4447309"/>
            <a:ext cx="3108960" cy="171242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9"/>
          <p:cNvSpPr txBox="1"/>
          <p:nvPr>
            <p:ph idx="1" type="body"/>
          </p:nvPr>
        </p:nvSpPr>
        <p:spPr>
          <a:xfrm>
            <a:off x="415599" y="1536633"/>
            <a:ext cx="7837149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400"/>
              <a:buChar char="&gt;"/>
              <a:defRPr sz="1867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Light"/>
              <a:buChar char="■"/>
              <a:defRPr sz="1600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None">
  <p:cSld name="1_Blank None 2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0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40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1_Title slide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and red background&#10;&#10;Description automatically generated" id="32" name="Google Shape;32;p41"/>
          <p:cNvPicPr preferRelativeResize="0"/>
          <p:nvPr/>
        </p:nvPicPr>
        <p:blipFill rotWithShape="1">
          <a:blip r:embed="rId2">
            <a:alphaModFix/>
          </a:blip>
          <a:srcRect b="0" l="65506" r="0" t="39910"/>
          <a:stretch/>
        </p:blipFill>
        <p:spPr>
          <a:xfrm rot="-5400000">
            <a:off x="8030613" y="44081"/>
            <a:ext cx="4205468" cy="4117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1"/>
          <p:cNvPicPr preferRelativeResize="0"/>
          <p:nvPr/>
        </p:nvPicPr>
        <p:blipFill rotWithShape="1">
          <a:blip r:embed="rId3">
            <a:alphaModFix/>
          </a:blip>
          <a:srcRect b="0" l="0" r="51987" t="0"/>
          <a:stretch/>
        </p:blipFill>
        <p:spPr>
          <a:xfrm rot="5400000">
            <a:off x="-1072150" y="4860117"/>
            <a:ext cx="3070033" cy="925733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1"/>
          <p:cNvSpPr txBox="1"/>
          <p:nvPr>
            <p:ph type="ctrTitle"/>
          </p:nvPr>
        </p:nvSpPr>
        <p:spPr>
          <a:xfrm>
            <a:off x="633046" y="2296608"/>
            <a:ext cx="9043517" cy="2264783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Roboto Serif SemiBold"/>
              <a:buNone/>
              <a:defRPr b="0" sz="6933">
                <a:latin typeface="Roboto Serif SemiBold"/>
                <a:ea typeface="Roboto Serif SemiBold"/>
                <a:cs typeface="Roboto Serif SemiBold"/>
                <a:sym typeface="Roboto Serif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/>
        </p:txBody>
      </p:sp>
      <p:sp>
        <p:nvSpPr>
          <p:cNvPr id="35" name="Google Shape;35;p41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2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" name="Google Shape;38;p42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3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43"/>
          <p:cNvSpPr txBox="1"/>
          <p:nvPr>
            <p:ph idx="1" type="body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400"/>
              <a:buChar char="&gt;"/>
              <a:defRPr sz="1867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Light"/>
              <a:buChar char="■"/>
              <a:defRPr sz="1600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42" name="Google Shape;42;p43"/>
          <p:cNvSpPr txBox="1"/>
          <p:nvPr>
            <p:ph idx="2" type="body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400"/>
              <a:buChar char="&gt;"/>
              <a:defRPr sz="1867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43" name="Google Shape;43;p43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4"/>
          <p:cNvSpPr txBox="1"/>
          <p:nvPr>
            <p:ph idx="1" type="body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44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5"/>
          <p:cNvSpPr txBox="1"/>
          <p:nvPr>
            <p:ph type="title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/>
        </p:txBody>
      </p:sp>
      <p:sp>
        <p:nvSpPr>
          <p:cNvPr id="49" name="Google Shape;49;p45"/>
          <p:cNvSpPr txBox="1"/>
          <p:nvPr>
            <p:ph idx="1" type="body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&gt;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45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6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ight Blank">
  <p:cSld name="Right 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7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" name="Google Shape;55;p47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6" name="Google Shape;56;p47"/>
          <p:cNvSpPr/>
          <p:nvPr/>
        </p:nvSpPr>
        <p:spPr>
          <a:xfrm rot="5400000">
            <a:off x="-698269" y="4447309"/>
            <a:ext cx="3108960" cy="171242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Photos">
  <p:cSld name="Team Photos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8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59" name="Google Shape;59;p48"/>
          <p:cNvSpPr txBox="1"/>
          <p:nvPr>
            <p:ph idx="2" type="title"/>
          </p:nvPr>
        </p:nvSpPr>
        <p:spPr>
          <a:xfrm>
            <a:off x="1026967" y="3820400"/>
            <a:ext cx="1753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333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60" name="Google Shape;60;p48"/>
          <p:cNvSpPr txBox="1"/>
          <p:nvPr>
            <p:ph idx="3" type="title"/>
          </p:nvPr>
        </p:nvSpPr>
        <p:spPr>
          <a:xfrm>
            <a:off x="1026967" y="4087633"/>
            <a:ext cx="1753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Light"/>
              <a:buNone/>
              <a:defRPr b="0" i="1" sz="1333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61" name="Google Shape;61;p48"/>
          <p:cNvSpPr/>
          <p:nvPr>
            <p:ph idx="4" type="pic"/>
          </p:nvPr>
        </p:nvSpPr>
        <p:spPr>
          <a:xfrm>
            <a:off x="1026967" y="1925600"/>
            <a:ext cx="1753200" cy="17532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48"/>
          <p:cNvSpPr txBox="1"/>
          <p:nvPr>
            <p:ph idx="5" type="title"/>
          </p:nvPr>
        </p:nvSpPr>
        <p:spPr>
          <a:xfrm>
            <a:off x="3763567" y="3820400"/>
            <a:ext cx="1753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333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63" name="Google Shape;63;p48"/>
          <p:cNvSpPr txBox="1"/>
          <p:nvPr>
            <p:ph idx="6" type="title"/>
          </p:nvPr>
        </p:nvSpPr>
        <p:spPr>
          <a:xfrm>
            <a:off x="3763567" y="4087633"/>
            <a:ext cx="1753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Light"/>
              <a:buNone/>
              <a:defRPr b="0" i="1" sz="1333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64" name="Google Shape;64;p48"/>
          <p:cNvSpPr/>
          <p:nvPr>
            <p:ph idx="7" type="pic"/>
          </p:nvPr>
        </p:nvSpPr>
        <p:spPr>
          <a:xfrm>
            <a:off x="3763567" y="1925600"/>
            <a:ext cx="1753200" cy="17532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48"/>
          <p:cNvSpPr txBox="1"/>
          <p:nvPr>
            <p:ph idx="8" type="title"/>
          </p:nvPr>
        </p:nvSpPr>
        <p:spPr>
          <a:xfrm>
            <a:off x="9236767" y="3820400"/>
            <a:ext cx="1753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333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66" name="Google Shape;66;p48"/>
          <p:cNvSpPr txBox="1"/>
          <p:nvPr>
            <p:ph idx="9" type="title"/>
          </p:nvPr>
        </p:nvSpPr>
        <p:spPr>
          <a:xfrm>
            <a:off x="9236767" y="4087633"/>
            <a:ext cx="1753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Light"/>
              <a:buNone/>
              <a:defRPr b="0" i="1" sz="1333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67" name="Google Shape;67;p48"/>
          <p:cNvSpPr/>
          <p:nvPr>
            <p:ph idx="13" type="pic"/>
          </p:nvPr>
        </p:nvSpPr>
        <p:spPr>
          <a:xfrm>
            <a:off x="9236767" y="1925600"/>
            <a:ext cx="1753200" cy="17532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48"/>
          <p:cNvSpPr txBox="1"/>
          <p:nvPr>
            <p:ph idx="14" type="title"/>
          </p:nvPr>
        </p:nvSpPr>
        <p:spPr>
          <a:xfrm>
            <a:off x="6500151" y="3820400"/>
            <a:ext cx="1753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333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69" name="Google Shape;69;p48"/>
          <p:cNvSpPr txBox="1"/>
          <p:nvPr>
            <p:ph idx="15" type="title"/>
          </p:nvPr>
        </p:nvSpPr>
        <p:spPr>
          <a:xfrm>
            <a:off x="6500151" y="4087633"/>
            <a:ext cx="1753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Light"/>
              <a:buNone/>
              <a:defRPr b="0" i="1" sz="1333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70" name="Google Shape;70;p48"/>
          <p:cNvSpPr/>
          <p:nvPr>
            <p:ph idx="16" type="pic"/>
          </p:nvPr>
        </p:nvSpPr>
        <p:spPr>
          <a:xfrm>
            <a:off x="6500167" y="1925600"/>
            <a:ext cx="1753200" cy="17532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48"/>
          <p:cNvSpPr txBox="1"/>
          <p:nvPr>
            <p:ph idx="1" type="body"/>
          </p:nvPr>
        </p:nvSpPr>
        <p:spPr>
          <a:xfrm>
            <a:off x="1026967" y="4437633"/>
            <a:ext cx="1753200" cy="1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48"/>
          <p:cNvSpPr txBox="1"/>
          <p:nvPr>
            <p:ph idx="17" type="body"/>
          </p:nvPr>
        </p:nvSpPr>
        <p:spPr>
          <a:xfrm>
            <a:off x="3763567" y="4437633"/>
            <a:ext cx="1753200" cy="1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48"/>
          <p:cNvSpPr txBox="1"/>
          <p:nvPr>
            <p:ph idx="18" type="body"/>
          </p:nvPr>
        </p:nvSpPr>
        <p:spPr>
          <a:xfrm>
            <a:off x="6500167" y="4437633"/>
            <a:ext cx="1753200" cy="1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4" name="Google Shape;74;p48"/>
          <p:cNvSpPr txBox="1"/>
          <p:nvPr>
            <p:ph idx="19" type="body"/>
          </p:nvPr>
        </p:nvSpPr>
        <p:spPr>
          <a:xfrm>
            <a:off x="9236767" y="4437633"/>
            <a:ext cx="1753200" cy="1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1_Title slide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and red background&#10;&#10;Description automatically generated" id="81" name="Google Shape;81;g3867b6c8f25_0_530"/>
          <p:cNvPicPr preferRelativeResize="0"/>
          <p:nvPr/>
        </p:nvPicPr>
        <p:blipFill rotWithShape="1">
          <a:blip r:embed="rId2">
            <a:alphaModFix/>
          </a:blip>
          <a:srcRect b="0" l="65506" r="0" t="39911"/>
          <a:stretch/>
        </p:blipFill>
        <p:spPr>
          <a:xfrm rot="-5400000">
            <a:off x="8030613" y="44081"/>
            <a:ext cx="4205468" cy="4117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g3867b6c8f25_0_530"/>
          <p:cNvPicPr preferRelativeResize="0"/>
          <p:nvPr/>
        </p:nvPicPr>
        <p:blipFill rotWithShape="1">
          <a:blip r:embed="rId3">
            <a:alphaModFix/>
          </a:blip>
          <a:srcRect b="0" l="0" r="51987" t="0"/>
          <a:stretch/>
        </p:blipFill>
        <p:spPr>
          <a:xfrm rot="5400000">
            <a:off x="-1072150" y="4860117"/>
            <a:ext cx="3070033" cy="925733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g3867b6c8f25_0_530"/>
          <p:cNvSpPr txBox="1"/>
          <p:nvPr>
            <p:ph type="ctrTitle"/>
          </p:nvPr>
        </p:nvSpPr>
        <p:spPr>
          <a:xfrm>
            <a:off x="633046" y="2296608"/>
            <a:ext cx="9043500" cy="22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Roboto Serif SemiBold"/>
              <a:buNone/>
              <a:defRPr b="0" sz="6933">
                <a:latin typeface="Roboto Serif SemiBold"/>
                <a:ea typeface="Roboto Serif SemiBold"/>
                <a:cs typeface="Roboto Serif SemiBold"/>
                <a:sym typeface="Roboto Serif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/>
        </p:txBody>
      </p:sp>
      <p:sp>
        <p:nvSpPr>
          <p:cNvPr id="84" name="Google Shape;84;g3867b6c8f25_0_530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and red background&#10;&#10;Description automatically generated" id="86" name="Google Shape;86;g3867b6c8f25_0_509"/>
          <p:cNvPicPr preferRelativeResize="0"/>
          <p:nvPr/>
        </p:nvPicPr>
        <p:blipFill rotWithShape="1">
          <a:blip r:embed="rId2">
            <a:alphaModFix/>
          </a:blip>
          <a:srcRect b="0" l="65506" r="0" t="39911"/>
          <a:stretch/>
        </p:blipFill>
        <p:spPr>
          <a:xfrm>
            <a:off x="7986532" y="2740694"/>
            <a:ext cx="4205468" cy="4117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g3867b6c8f25_0_509"/>
          <p:cNvPicPr preferRelativeResize="0"/>
          <p:nvPr/>
        </p:nvPicPr>
        <p:blipFill rotWithShape="1">
          <a:blip r:embed="rId3">
            <a:alphaModFix/>
          </a:blip>
          <a:srcRect b="0" l="0" r="51987" t="0"/>
          <a:stretch/>
        </p:blipFill>
        <p:spPr>
          <a:xfrm rot="10800000">
            <a:off x="0" y="0"/>
            <a:ext cx="3070033" cy="925733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g3867b6c8f25_0_509"/>
          <p:cNvSpPr txBox="1"/>
          <p:nvPr>
            <p:ph type="ctrTitle"/>
          </p:nvPr>
        </p:nvSpPr>
        <p:spPr>
          <a:xfrm>
            <a:off x="415600" y="992767"/>
            <a:ext cx="7850100" cy="22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Roboto Serif SemiBold"/>
              <a:buNone/>
              <a:defRPr b="0" sz="6933">
                <a:latin typeface="Roboto Serif SemiBold"/>
                <a:ea typeface="Roboto Serif SemiBold"/>
                <a:cs typeface="Roboto Serif SemiBold"/>
                <a:sym typeface="Roboto Serif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/>
        </p:txBody>
      </p:sp>
      <p:sp>
        <p:nvSpPr>
          <p:cNvPr id="89" name="Google Shape;89;g3867b6c8f25_0_509"/>
          <p:cNvSpPr txBox="1"/>
          <p:nvPr>
            <p:ph idx="1" type="subTitle"/>
          </p:nvPr>
        </p:nvSpPr>
        <p:spPr>
          <a:xfrm>
            <a:off x="415599" y="3429000"/>
            <a:ext cx="7850100" cy="18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3733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/>
        </p:txBody>
      </p:sp>
      <p:sp>
        <p:nvSpPr>
          <p:cNvPr id="90" name="Google Shape;90;g3867b6c8f25_0_509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None">
  <p:cSld name="Blank None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and red background&#10;&#10;Description automatically generated" id="92" name="Google Shape;92;g3867b6c8f25_0_5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0"/>
            <a:ext cx="12202848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g3867b6c8f25_0_51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4" name="Google Shape;94;g3867b6c8f25_0_515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5" name="Google Shape;95;g3867b6c8f25_0_515"/>
          <p:cNvSpPr/>
          <p:nvPr/>
        </p:nvSpPr>
        <p:spPr>
          <a:xfrm rot="5400000">
            <a:off x="-698228" y="4447290"/>
            <a:ext cx="3108900" cy="171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867b6c8f25_0_515"/>
          <p:cNvSpPr txBox="1"/>
          <p:nvPr>
            <p:ph idx="1" type="body"/>
          </p:nvPr>
        </p:nvSpPr>
        <p:spPr>
          <a:xfrm>
            <a:off x="415599" y="1536633"/>
            <a:ext cx="78372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400"/>
              <a:buChar char="&gt;"/>
              <a:defRPr sz="1867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Light"/>
              <a:buChar char="■"/>
              <a:defRPr sz="1600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None">
  <p:cSld name="1_Blank None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and red background&#10;&#10;Description automatically generated" id="98" name="Google Shape;98;g3867b6c8f25_0_5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1904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g3867b6c8f25_0_52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0" name="Google Shape;100;g3867b6c8f25_0_521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1" name="Google Shape;101;g3867b6c8f25_0_521"/>
          <p:cNvSpPr/>
          <p:nvPr/>
        </p:nvSpPr>
        <p:spPr>
          <a:xfrm rot="5400000">
            <a:off x="-698228" y="4447290"/>
            <a:ext cx="3108900" cy="171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867b6c8f25_0_521"/>
          <p:cNvSpPr txBox="1"/>
          <p:nvPr>
            <p:ph idx="1" type="body"/>
          </p:nvPr>
        </p:nvSpPr>
        <p:spPr>
          <a:xfrm>
            <a:off x="415599" y="1536633"/>
            <a:ext cx="78372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400"/>
              <a:buChar char="&gt;"/>
              <a:defRPr sz="1867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Light"/>
              <a:buChar char="■"/>
              <a:defRPr sz="1600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None">
  <p:cSld name="1_Blank None 2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867b6c8f25_0_52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5" name="Google Shape;105;g3867b6c8f25_0_527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867b6c8f25_0_53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g3867b6c8f25_0_535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67b6c8f25_0_538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1" name="Google Shape;111;g3867b6c8f25_0_538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400"/>
              <a:buChar char="&gt;"/>
              <a:defRPr sz="1867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Light"/>
              <a:buChar char="■"/>
              <a:defRPr sz="1600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112" name="Google Shape;112;g3867b6c8f25_0_538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400"/>
              <a:buChar char="&gt;"/>
              <a:defRPr sz="1867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113" name="Google Shape;113;g3867b6c8f25_0_538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67b6c8f25_0_543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g3867b6c8f25_0_54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67b6c8f25_0_546"/>
          <p:cNvSpPr txBox="1"/>
          <p:nvPr>
            <p:ph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/>
        </p:txBody>
      </p:sp>
      <p:sp>
        <p:nvSpPr>
          <p:cNvPr id="119" name="Google Shape;119;g3867b6c8f25_0_546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&gt;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0" name="Google Shape;120;g3867b6c8f25_0_546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867b6c8f25_0_550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ight Blank">
  <p:cSld name="Right Blank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867b6c8f25_0_552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5" name="Google Shape;125;g3867b6c8f25_0_552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6" name="Google Shape;126;g3867b6c8f25_0_552"/>
          <p:cNvSpPr/>
          <p:nvPr/>
        </p:nvSpPr>
        <p:spPr>
          <a:xfrm rot="5400000">
            <a:off x="-698228" y="4447290"/>
            <a:ext cx="3108900" cy="171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Photos">
  <p:cSld name="Team Photos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67b6c8f25_0_55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29" name="Google Shape;129;g3867b6c8f25_0_556"/>
          <p:cNvSpPr txBox="1"/>
          <p:nvPr>
            <p:ph idx="2" type="title"/>
          </p:nvPr>
        </p:nvSpPr>
        <p:spPr>
          <a:xfrm>
            <a:off x="1026967" y="3820400"/>
            <a:ext cx="1753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333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30" name="Google Shape;130;g3867b6c8f25_0_556"/>
          <p:cNvSpPr txBox="1"/>
          <p:nvPr>
            <p:ph idx="3" type="title"/>
          </p:nvPr>
        </p:nvSpPr>
        <p:spPr>
          <a:xfrm>
            <a:off x="1026967" y="4087633"/>
            <a:ext cx="1753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Light"/>
              <a:buNone/>
              <a:defRPr b="0" i="1" sz="1333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31" name="Google Shape;131;g3867b6c8f25_0_556"/>
          <p:cNvSpPr/>
          <p:nvPr>
            <p:ph idx="4" type="pic"/>
          </p:nvPr>
        </p:nvSpPr>
        <p:spPr>
          <a:xfrm>
            <a:off x="1026967" y="1925600"/>
            <a:ext cx="1753200" cy="17532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3867b6c8f25_0_556"/>
          <p:cNvSpPr txBox="1"/>
          <p:nvPr>
            <p:ph idx="5" type="title"/>
          </p:nvPr>
        </p:nvSpPr>
        <p:spPr>
          <a:xfrm>
            <a:off x="3763567" y="3820400"/>
            <a:ext cx="1753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333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33" name="Google Shape;133;g3867b6c8f25_0_556"/>
          <p:cNvSpPr txBox="1"/>
          <p:nvPr>
            <p:ph idx="6" type="title"/>
          </p:nvPr>
        </p:nvSpPr>
        <p:spPr>
          <a:xfrm>
            <a:off x="3763567" y="4087633"/>
            <a:ext cx="1753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Light"/>
              <a:buNone/>
              <a:defRPr b="0" i="1" sz="1333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34" name="Google Shape;134;g3867b6c8f25_0_556"/>
          <p:cNvSpPr/>
          <p:nvPr>
            <p:ph idx="7" type="pic"/>
          </p:nvPr>
        </p:nvSpPr>
        <p:spPr>
          <a:xfrm>
            <a:off x="3763567" y="1925600"/>
            <a:ext cx="1753200" cy="17532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867b6c8f25_0_556"/>
          <p:cNvSpPr txBox="1"/>
          <p:nvPr>
            <p:ph idx="8" type="title"/>
          </p:nvPr>
        </p:nvSpPr>
        <p:spPr>
          <a:xfrm>
            <a:off x="9236767" y="3820400"/>
            <a:ext cx="1753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333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36" name="Google Shape;136;g3867b6c8f25_0_556"/>
          <p:cNvSpPr txBox="1"/>
          <p:nvPr>
            <p:ph idx="9" type="title"/>
          </p:nvPr>
        </p:nvSpPr>
        <p:spPr>
          <a:xfrm>
            <a:off x="9236767" y="4087633"/>
            <a:ext cx="1753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Light"/>
              <a:buNone/>
              <a:defRPr b="0" i="1" sz="1333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37" name="Google Shape;137;g3867b6c8f25_0_556"/>
          <p:cNvSpPr/>
          <p:nvPr>
            <p:ph idx="13" type="pic"/>
          </p:nvPr>
        </p:nvSpPr>
        <p:spPr>
          <a:xfrm>
            <a:off x="9236767" y="1925600"/>
            <a:ext cx="1753200" cy="17532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867b6c8f25_0_556"/>
          <p:cNvSpPr txBox="1"/>
          <p:nvPr>
            <p:ph idx="14" type="title"/>
          </p:nvPr>
        </p:nvSpPr>
        <p:spPr>
          <a:xfrm>
            <a:off x="6500151" y="3820400"/>
            <a:ext cx="1753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333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39" name="Google Shape;139;g3867b6c8f25_0_556"/>
          <p:cNvSpPr txBox="1"/>
          <p:nvPr>
            <p:ph idx="15" type="title"/>
          </p:nvPr>
        </p:nvSpPr>
        <p:spPr>
          <a:xfrm>
            <a:off x="6500151" y="4087633"/>
            <a:ext cx="1753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Light"/>
              <a:buNone/>
              <a:defRPr b="0" i="1" sz="1333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40" name="Google Shape;140;g3867b6c8f25_0_556"/>
          <p:cNvSpPr/>
          <p:nvPr>
            <p:ph idx="16" type="pic"/>
          </p:nvPr>
        </p:nvSpPr>
        <p:spPr>
          <a:xfrm>
            <a:off x="6500167" y="1925600"/>
            <a:ext cx="1753200" cy="17532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3867b6c8f25_0_556"/>
          <p:cNvSpPr txBox="1"/>
          <p:nvPr>
            <p:ph idx="1" type="body"/>
          </p:nvPr>
        </p:nvSpPr>
        <p:spPr>
          <a:xfrm>
            <a:off x="1026967" y="4437633"/>
            <a:ext cx="1753200" cy="1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2" name="Google Shape;142;g3867b6c8f25_0_556"/>
          <p:cNvSpPr txBox="1"/>
          <p:nvPr>
            <p:ph idx="17" type="body"/>
          </p:nvPr>
        </p:nvSpPr>
        <p:spPr>
          <a:xfrm>
            <a:off x="3763567" y="4437633"/>
            <a:ext cx="1753200" cy="1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3" name="Google Shape;143;g3867b6c8f25_0_556"/>
          <p:cNvSpPr txBox="1"/>
          <p:nvPr>
            <p:ph idx="18" type="body"/>
          </p:nvPr>
        </p:nvSpPr>
        <p:spPr>
          <a:xfrm>
            <a:off x="6500167" y="4437633"/>
            <a:ext cx="1753200" cy="1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4" name="Google Shape;144;g3867b6c8f25_0_556"/>
          <p:cNvSpPr txBox="1"/>
          <p:nvPr>
            <p:ph idx="19" type="body"/>
          </p:nvPr>
        </p:nvSpPr>
        <p:spPr>
          <a:xfrm>
            <a:off x="9236767" y="4437633"/>
            <a:ext cx="1753200" cy="1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6"/>
          <p:cNvSpPr txBox="1"/>
          <p:nvPr>
            <p:ph idx="1" type="body"/>
          </p:nvPr>
        </p:nvSpPr>
        <p:spPr>
          <a:xfrm>
            <a:off x="415600" y="1536633"/>
            <a:ext cx="11361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Roboto Medium"/>
              <a:buChar char="●"/>
              <a:defRPr b="0" i="0" sz="1800" u="none" cap="none" strike="noStrike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 Medium"/>
              <a:buChar char="○"/>
              <a:defRPr b="0" i="0" sz="1867" u="none" cap="none" strike="noStrike">
                <a:solidFill>
                  <a:schemeClr val="accent3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 Light"/>
              <a:buChar char="■"/>
              <a:defRPr b="0" i="0" sz="1867" u="none" cap="none" strike="noStrike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867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867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867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867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867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867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36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p3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167041" y="94400"/>
            <a:ext cx="2946593" cy="7636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867b6c8f25_0_50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g3867b6c8f25_0_504"/>
          <p:cNvSpPr txBox="1"/>
          <p:nvPr>
            <p:ph idx="1" type="body"/>
          </p:nvPr>
        </p:nvSpPr>
        <p:spPr>
          <a:xfrm>
            <a:off x="415600" y="1536633"/>
            <a:ext cx="11361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Roboto Medium"/>
              <a:buChar char="●"/>
              <a:defRPr b="0" i="0" sz="1800" u="none" cap="none" strike="noStrike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 Medium"/>
              <a:buChar char="○"/>
              <a:defRPr b="0" i="0" sz="1867" u="none" cap="none" strike="noStrike">
                <a:solidFill>
                  <a:schemeClr val="accent3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 Light"/>
              <a:buChar char="■"/>
              <a:defRPr b="0" i="0" sz="1867" u="none" cap="none" strike="noStrike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867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867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867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867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867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867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8" name="Google Shape;78;g3867b6c8f25_0_504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79" name="Google Shape;79;g3867b6c8f25_0_50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167041" y="94400"/>
            <a:ext cx="2946593" cy="7636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github.com/infpals/ip2025-project-one" TargetMode="External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"/>
          <p:cNvSpPr txBox="1"/>
          <p:nvPr/>
        </p:nvSpPr>
        <p:spPr>
          <a:xfrm>
            <a:off x="415600" y="1195072"/>
            <a:ext cx="7850100" cy="148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33"/>
              <a:buFont typeface="Arial"/>
              <a:buNone/>
            </a:pPr>
            <a:r>
              <a:rPr lang="en-GB" sz="6933">
                <a:solidFill>
                  <a:srgbClr val="FFFFFF"/>
                </a:solidFill>
                <a:latin typeface="Roboto Serif SemiBold"/>
                <a:ea typeface="Roboto Serif SemiBold"/>
                <a:cs typeface="Roboto Serif SemiBold"/>
                <a:sym typeface="Roboto Serif SemiBold"/>
              </a:rPr>
              <a:t>Pygame Project</a:t>
            </a:r>
            <a:endParaRPr b="0" i="0" sz="6933" u="none" cap="none" strike="noStrike">
              <a:solidFill>
                <a:srgbClr val="FFFFFF"/>
              </a:solidFill>
              <a:latin typeface="Roboto Serif SemiBold"/>
              <a:ea typeface="Roboto Serif SemiBold"/>
              <a:cs typeface="Roboto Serif SemiBold"/>
              <a:sym typeface="Roboto Serif SemiBold"/>
            </a:endParaRPr>
          </a:p>
        </p:txBody>
      </p:sp>
      <p:sp>
        <p:nvSpPr>
          <p:cNvPr id="150" name="Google Shape;150;p3"/>
          <p:cNvSpPr txBox="1"/>
          <p:nvPr/>
        </p:nvSpPr>
        <p:spPr>
          <a:xfrm>
            <a:off x="415599" y="3256975"/>
            <a:ext cx="7850100" cy="18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3733"/>
              <a:buFont typeface="Arial"/>
              <a:buNone/>
            </a:pPr>
            <a:r>
              <a:rPr b="0" i="0" lang="en-GB" sz="3133" u="none" cap="none" strike="noStrike">
                <a:solidFill>
                  <a:srgbClr val="E3E3E3"/>
                </a:solidFill>
                <a:latin typeface="Roboto"/>
                <a:ea typeface="Roboto"/>
                <a:cs typeface="Roboto"/>
                <a:sym typeface="Roboto"/>
              </a:rPr>
              <a:t>How to </a:t>
            </a:r>
            <a:r>
              <a:rPr lang="en-GB" sz="3133">
                <a:solidFill>
                  <a:srgbClr val="E3E3E3"/>
                </a:solidFill>
                <a:latin typeface="Roboto"/>
                <a:ea typeface="Roboto"/>
                <a:cs typeface="Roboto"/>
                <a:sym typeface="Roboto"/>
              </a:rPr>
              <a:t>create your own game in python.</a:t>
            </a:r>
            <a:endParaRPr b="0" i="0" sz="3133" u="none" cap="none" strike="noStrike">
              <a:solidFill>
                <a:srgbClr val="D5D5D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1" name="Google Shape;15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5900" y="4438050"/>
            <a:ext cx="5641626" cy="158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b7c011136_0_11"/>
          <p:cNvSpPr txBox="1"/>
          <p:nvPr>
            <p:ph type="ctrTitle"/>
          </p:nvPr>
        </p:nvSpPr>
        <p:spPr>
          <a:xfrm>
            <a:off x="1574246" y="1276006"/>
            <a:ext cx="9043500" cy="226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210"/>
              <a:t>Our game is</a:t>
            </a:r>
            <a:br>
              <a:rPr lang="en-GB" sz="4210"/>
            </a:br>
            <a:r>
              <a:rPr lang="en-GB" sz="4210"/>
              <a:t> </a:t>
            </a:r>
            <a:r>
              <a:rPr lang="en-GB" sz="6233"/>
              <a:t>Battleships</a:t>
            </a:r>
            <a:endParaRPr sz="6233"/>
          </a:p>
        </p:txBody>
      </p:sp>
      <p:pic>
        <p:nvPicPr>
          <p:cNvPr id="157" name="Google Shape;157;g3bb7c011136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3738" y="3540699"/>
            <a:ext cx="4275425" cy="25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g3bb7c011136_0_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97163" y="3478581"/>
            <a:ext cx="1965703" cy="26340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b7c011136_0_5"/>
          <p:cNvSpPr txBox="1"/>
          <p:nvPr>
            <p:ph type="title"/>
          </p:nvPr>
        </p:nvSpPr>
        <p:spPr>
          <a:xfrm>
            <a:off x="751776" y="593367"/>
            <a:ext cx="113607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this session:</a:t>
            </a:r>
            <a:endParaRPr/>
          </a:p>
        </p:txBody>
      </p:sp>
      <p:sp>
        <p:nvSpPr>
          <p:cNvPr id="164" name="Google Shape;164;g3bb7c011136_0_5"/>
          <p:cNvSpPr txBox="1"/>
          <p:nvPr>
            <p:ph idx="1" type="body"/>
          </p:nvPr>
        </p:nvSpPr>
        <p:spPr>
          <a:xfrm>
            <a:off x="751775" y="1536633"/>
            <a:ext cx="78372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&gt;"/>
            </a:pPr>
            <a:r>
              <a:rPr lang="en-GB"/>
              <a:t>Discussing the game.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&gt;"/>
            </a:pPr>
            <a:r>
              <a:rPr lang="en-GB"/>
              <a:t>Creating our own </a:t>
            </a:r>
            <a:r>
              <a:rPr lang="en-GB" u="sng"/>
              <a:t>module</a:t>
            </a:r>
            <a:r>
              <a:rPr lang="en-GB"/>
              <a:t> </a:t>
            </a:r>
            <a:r>
              <a:rPr lang="en-GB"/>
              <a:t>including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The player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Ships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The board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will be using OOP </a:t>
            </a:r>
            <a:r>
              <a:rPr lang="en-GB"/>
              <a:t>programming</a:t>
            </a:r>
            <a:r>
              <a:rPr lang="en-GB"/>
              <a:t> techniques.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addition, we will also cover the following libraries: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&gt;"/>
            </a:pPr>
            <a:r>
              <a:rPr lang="en-GB"/>
              <a:t>Json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bb7c011136_0_2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Ships	</a:t>
            </a:r>
            <a:endParaRPr/>
          </a:p>
        </p:txBody>
      </p:sp>
      <p:sp>
        <p:nvSpPr>
          <p:cNvPr id="170" name="Google Shape;170;g3bb7c011136_0_20"/>
          <p:cNvSpPr txBox="1"/>
          <p:nvPr>
            <p:ph idx="1" type="body"/>
          </p:nvPr>
        </p:nvSpPr>
        <p:spPr>
          <a:xfrm>
            <a:off x="415600" y="1536625"/>
            <a:ext cx="47691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lang="en-GB"/>
              <a:t>We need to first design a ship.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lang="en-GB"/>
              <a:t>What does a ship have?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&gt;"/>
            </a:pPr>
            <a:r>
              <a:rPr lang="en-GB"/>
              <a:t>Shape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&gt;"/>
            </a:pPr>
            <a:r>
              <a:rPr lang="en-GB"/>
              <a:t>Rotation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&gt;"/>
            </a:pPr>
            <a:r>
              <a:rPr lang="en-GB"/>
              <a:t>Position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also need to keep track of how many times </a:t>
            </a:r>
            <a:r>
              <a:rPr lang="en-GB"/>
              <a:t>i</a:t>
            </a:r>
            <a:r>
              <a:rPr lang="en-GB"/>
              <a:t>t has been hit, and an easy way to get which grid cells it takes up</a:t>
            </a:r>
            <a:endParaRPr/>
          </a:p>
        </p:txBody>
      </p:sp>
      <p:sp>
        <p:nvSpPr>
          <p:cNvPr id="171" name="Google Shape;171;g3bb7c011136_0_20"/>
          <p:cNvSpPr txBox="1"/>
          <p:nvPr>
            <p:ph idx="1" type="body"/>
          </p:nvPr>
        </p:nvSpPr>
        <p:spPr>
          <a:xfrm>
            <a:off x="6985225" y="2302800"/>
            <a:ext cx="42432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2"/>
                </a:solidFill>
              </a:rPr>
              <a:t>How should we store the ship’s data?</a:t>
            </a:r>
            <a:endParaRPr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&gt;"/>
            </a:pPr>
            <a:r>
              <a:rPr lang="en-GB">
                <a:solidFill>
                  <a:schemeClr val="lt2"/>
                </a:solidFill>
              </a:rPr>
              <a:t>In a file?</a:t>
            </a:r>
            <a:endParaRPr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&gt;"/>
            </a:pPr>
            <a:r>
              <a:rPr lang="en-GB">
                <a:solidFill>
                  <a:schemeClr val="lt2"/>
                </a:solidFill>
              </a:rPr>
              <a:t>Hard code it?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</p:txBody>
      </p:sp>
      <p:pic>
        <p:nvPicPr>
          <p:cNvPr id="172" name="Google Shape;172;g3bb7c011136_0_20"/>
          <p:cNvPicPr preferRelativeResize="0"/>
          <p:nvPr/>
        </p:nvPicPr>
        <p:blipFill rotWithShape="1">
          <a:blip r:embed="rId3">
            <a:alphaModFix/>
          </a:blip>
          <a:srcRect b="16771" l="0" r="0" t="16571"/>
          <a:stretch/>
        </p:blipFill>
        <p:spPr>
          <a:xfrm>
            <a:off x="6388880" y="3844070"/>
            <a:ext cx="5169525" cy="25843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bb9d0ae0bc_0_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Board</a:t>
            </a:r>
            <a:endParaRPr/>
          </a:p>
        </p:txBody>
      </p:sp>
      <p:sp>
        <p:nvSpPr>
          <p:cNvPr id="178" name="Google Shape;178;g3bb9d0ae0bc_0_0"/>
          <p:cNvSpPr txBox="1"/>
          <p:nvPr>
            <p:ph idx="1" type="body"/>
          </p:nvPr>
        </p:nvSpPr>
        <p:spPr>
          <a:xfrm>
            <a:off x="415600" y="1536625"/>
            <a:ext cx="71637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-GB"/>
              <a:t>Each player has 2 boards. One for themselves to place ships, one for the other player to place hits and misses.</a:t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-GB"/>
              <a:t>We can combine these into one board for each player that stores both the opponents shots and your own ships.</a:t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-GB"/>
              <a:t>Therefore each board needs to store ships and markers, and be able to add/remove them easily.</a:t>
            </a:r>
            <a:endParaRPr/>
          </a:p>
        </p:txBody>
      </p:sp>
      <p:pic>
        <p:nvPicPr>
          <p:cNvPr id="179" name="Google Shape;179;g3bb9d0ae0bc_0_0"/>
          <p:cNvPicPr preferRelativeResize="0"/>
          <p:nvPr/>
        </p:nvPicPr>
        <p:blipFill rotWithShape="1">
          <a:blip r:embed="rId3">
            <a:alphaModFix/>
          </a:blip>
          <a:srcRect b="9260" l="9246" r="11451" t="7231"/>
          <a:stretch/>
        </p:blipFill>
        <p:spPr>
          <a:xfrm>
            <a:off x="7916175" y="2147397"/>
            <a:ext cx="3523949" cy="33336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bb9d0ae0bc_0_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players</a:t>
            </a:r>
            <a:endParaRPr/>
          </a:p>
        </p:txBody>
      </p:sp>
      <p:sp>
        <p:nvSpPr>
          <p:cNvPr id="185" name="Google Shape;185;g3bb9d0ae0bc_0_6"/>
          <p:cNvSpPr txBox="1"/>
          <p:nvPr>
            <p:ph idx="1" type="body"/>
          </p:nvPr>
        </p:nvSpPr>
        <p:spPr>
          <a:xfrm>
            <a:off x="415600" y="1536625"/>
            <a:ext cx="10959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player does not need to store much; you only need to store a board and a unique identifier such as a name.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However, the player will need a way to use the board.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Currently with no UI, the player should be able to: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&gt;"/>
            </a:pPr>
            <a:r>
              <a:rPr lang="en-GB"/>
              <a:t>add ships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&gt;"/>
            </a:pPr>
            <a:r>
              <a:rPr lang="en-GB"/>
              <a:t>move ships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&gt;"/>
            </a:pPr>
            <a:r>
              <a:rPr lang="en-GB"/>
              <a:t>view info on the ships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&gt;"/>
            </a:pPr>
            <a:r>
              <a:rPr lang="en-GB"/>
              <a:t>view the board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Any shooting will require a global Game object to </a:t>
            </a:r>
            <a:r>
              <a:rPr lang="en-GB"/>
              <a:t>communicate</a:t>
            </a:r>
            <a:r>
              <a:rPr lang="en-GB"/>
              <a:t> between players. (Next Session)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bb9d0ae0bc_0_12"/>
          <p:cNvSpPr txBox="1"/>
          <p:nvPr>
            <p:ph idx="4294967295" type="title"/>
          </p:nvPr>
        </p:nvSpPr>
        <p:spPr>
          <a:xfrm>
            <a:off x="415650" y="775467"/>
            <a:ext cx="113607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Extra Information &amp; Next Session</a:t>
            </a:r>
            <a:endParaRPr/>
          </a:p>
        </p:txBody>
      </p:sp>
      <p:sp>
        <p:nvSpPr>
          <p:cNvPr id="191" name="Google Shape;191;g3bb9d0ae0bc_0_12"/>
          <p:cNvSpPr txBox="1"/>
          <p:nvPr>
            <p:ph idx="4294967295" type="body"/>
          </p:nvPr>
        </p:nvSpPr>
        <p:spPr>
          <a:xfrm>
            <a:off x="415600" y="1648684"/>
            <a:ext cx="10959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You can download my implementation through our </a:t>
            </a:r>
            <a:r>
              <a:rPr lang="en-GB" sz="2000" u="sng">
                <a:solidFill>
                  <a:schemeClr val="hlink"/>
                </a:solidFill>
                <a:hlinkClick r:id="rId3"/>
              </a:rPr>
              <a:t>Github</a:t>
            </a:r>
            <a:r>
              <a:rPr lang="en-GB" sz="2000"/>
              <a:t> (QR code).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Session 2: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Introduction to pygame.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Session 3: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Full Implementation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/>
              <a:t>Reading Week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Session 4: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Overview</a:t>
            </a:r>
            <a:endParaRPr sz="2000"/>
          </a:p>
        </p:txBody>
      </p:sp>
      <p:pic>
        <p:nvPicPr>
          <p:cNvPr id="192" name="Google Shape;192;g3bb9d0ae0bc_0_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79775" y="3508450"/>
            <a:ext cx="2695425" cy="269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b49de2e0de_2_77"/>
          <p:cNvSpPr txBox="1"/>
          <p:nvPr>
            <p:ph type="ctrTitle"/>
          </p:nvPr>
        </p:nvSpPr>
        <p:spPr>
          <a:xfrm>
            <a:off x="1574246" y="2296658"/>
            <a:ext cx="9043500" cy="22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Roboto Serif SemiBold"/>
              <a:buNone/>
            </a:pPr>
            <a:r>
              <a:rPr lang="en-GB"/>
              <a:t>Thank you 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InfPALS">
  <a:themeElements>
    <a:clrScheme name="Simple Light">
      <a:dk1>
        <a:srgbClr val="FFFFFF"/>
      </a:dk1>
      <a:lt1>
        <a:srgbClr val="D5D5D5"/>
      </a:lt1>
      <a:dk2>
        <a:srgbClr val="CCCCCC"/>
      </a:dk2>
      <a:lt2>
        <a:srgbClr val="000000"/>
      </a:lt2>
      <a:accent1>
        <a:srgbClr val="D9534F"/>
      </a:accent1>
      <a:accent2>
        <a:srgbClr val="212121"/>
      </a:accent2>
      <a:accent3>
        <a:srgbClr val="78909C"/>
      </a:accent3>
      <a:accent4>
        <a:srgbClr val="FFC83D"/>
      </a:accent4>
      <a:accent5>
        <a:srgbClr val="325D88"/>
      </a:accent5>
      <a:accent6>
        <a:srgbClr val="E91C51"/>
      </a:accent6>
      <a:hlink>
        <a:srgbClr val="5F528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InfPALS">
  <a:themeElements>
    <a:clrScheme name="Simple Light">
      <a:dk1>
        <a:srgbClr val="FFFFFF"/>
      </a:dk1>
      <a:lt1>
        <a:srgbClr val="D5D5D5"/>
      </a:lt1>
      <a:dk2>
        <a:srgbClr val="CCCCCC"/>
      </a:dk2>
      <a:lt2>
        <a:srgbClr val="000000"/>
      </a:lt2>
      <a:accent1>
        <a:srgbClr val="D9534F"/>
      </a:accent1>
      <a:accent2>
        <a:srgbClr val="212121"/>
      </a:accent2>
      <a:accent3>
        <a:srgbClr val="78909C"/>
      </a:accent3>
      <a:accent4>
        <a:srgbClr val="FFC83D"/>
      </a:accent4>
      <a:accent5>
        <a:srgbClr val="325D88"/>
      </a:accent5>
      <a:accent6>
        <a:srgbClr val="E91C51"/>
      </a:accent6>
      <a:hlink>
        <a:srgbClr val="5F528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2023-07-01T11:43:35Z</dcterms:created>
  <dc:creator>Elliot Lister</dc:creator>
</cp:coreProperties>
</file>